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Revenue</c:v>
                </c:pt>
              </c:strCache>
            </c:strRef>
          </c:tx>
          <c:spPr>
            <a:solidFill>
              <a:srgbClr val="FFD7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D7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Month 3</c:v>
                  </c:pt>
                  <c:pt idx="1">
                    <c:v>Month 6</c:v>
                  </c:pt>
                  <c:pt idx="2">
                    <c:v>Month 9</c:v>
                  </c:pt>
                  <c:pt idx="3">
                    <c:v>Month 12</c:v>
                  </c:pt>
                  <c:pt idx="4">
                    <c:v>Month 18</c:v>
                  </c:pt>
                  <c:pt idx="5">
                    <c:v>Month 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</c:v>
                </c:pt>
                <c:pt idx="1">
                  <c:v>25000</c:v>
                </c:pt>
                <c:pt idx="2">
                  <c:v>75000</c:v>
                </c:pt>
                <c:pt idx="3">
                  <c:v>150000</c:v>
                </c:pt>
                <c:pt idx="4">
                  <c:v>400000</c:v>
                </c:pt>
                <c:pt idx="5">
                  <c:v>800000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D7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333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A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6400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80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TOP PERFORMER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3200400" y="3108960"/>
            <a:ext cx="2743200" cy="640080"/>
          </a:xfrm>
          <a:prstGeom prst="roundRect">
            <a:avLst>
              <a:gd name="adj" fmla="val 21429"/>
            </a:avLst>
          </a:prstGeom>
          <a:solidFill>
            <a:srgbClr val="FFD700"/>
          </a:solidFill>
          <a:ln/>
        </p:spPr>
      </p:sp>
      <p:sp>
        <p:nvSpPr>
          <p:cNvPr id="6" name="Text 3"/>
          <p:cNvSpPr/>
          <p:nvPr/>
        </p:nvSpPr>
        <p:spPr>
          <a:xfrm>
            <a:off x="3200400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400" kern="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TP 1%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Mental Coach You Always Needed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Artificial Intelligence</a:t>
            </a:r>
            <a:pPr algn="ctr" indent="0" marL="0">
              <a:buNone/>
            </a:pPr>
            <a:r>
              <a:rPr lang="en-US" sz="15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 +  </a:t>
            </a:r>
            <a:pPr algn="ctr" indent="0" marL="0">
              <a:buNone/>
            </a:pPr>
            <a:r>
              <a:rPr lang="en-US" sz="15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Emotional Intelligence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99% of People Are Underperforming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9456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77%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 adults experience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stress that affects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their physical health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$322B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56616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lost annually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stress-related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workplace issues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 in 5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40080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adults experience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mental illness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year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They don't need another meditation app. They need a COACH.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SOLUTION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051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Your AI Mental Performance Coach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Top Performer uses advanced AI to deliver personalized coaching that was previously only available to elite athletes, CEOs, and top-tier executives.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83464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Therapy Sessions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5156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On-demand cognitive behavioral coaching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29184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83464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8620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Daily Performance Drills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88620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Gamified challenges that build resilience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12648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83464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72084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Mood Intelligence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72084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Track patterns, predict triggers, optimize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5720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0690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Achievement System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105156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XP, streaks, levels that keep you locked in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329184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4069080"/>
            <a:ext cx="365760" cy="3657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88620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of Winners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388620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Social feed with people who refuse to lose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12648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4069080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72084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Smart Notifications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672084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AI-timed push alerts for peak moments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WHAT'S INSIDE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 Screens. Zero Fluff. All Performance.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Chat Coach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Real-time CBT, motivational interviewing, and Socratic questioning. Context-aware. Remembers your story.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3172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Mood Tracker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Log moods, energy, sleep. AI detects patterns and predicts your best/worst days before they happen.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Daily Challenges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14400" y="3520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Flash challenges, streak bonuses, XP multipliers. Gamification that drives habit formation.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6052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Journal + Prompts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91440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AI-generated reflection prompts based on YOUR patterns. Private, encrypted, powerful.</a:t>
            </a:r>
            <a:endParaRPr lang="en-US" sz="10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417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12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Social Feed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1208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Share wins, support others, see the leaderboard. Positive accountability from day one.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3317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Vision Board</a:t>
            </a:r>
            <a:endParaRPr lang="en-US" sz="1300" dirty="0"/>
          </a:p>
        </p:txBody>
      </p:sp>
      <p:sp>
        <p:nvSpPr>
          <p:cNvPr id="22" name="Text 14"/>
          <p:cNvSpPr/>
          <p:nvPr/>
        </p:nvSpPr>
        <p:spPr>
          <a:xfrm>
            <a:off x="521208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Photo-powered goal visualization. Upload dreams, track progress, stay obsessed.</a:t>
            </a:r>
            <a:endParaRPr lang="en-US" sz="10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24612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212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Smart Alerts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5212080" y="3520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AI-optimized push notifications. Right message, right time. Based on your behavior patterns.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4160520"/>
            <a:ext cx="320040" cy="32004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212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Premium Paywall</a:t>
            </a:r>
            <a:endParaRPr lang="en-US" sz="1300" dirty="0"/>
          </a:p>
        </p:txBody>
      </p:sp>
      <p:sp>
        <p:nvSpPr>
          <p:cNvPr id="28" name="Text 18"/>
          <p:cNvSpPr/>
          <p:nvPr/>
        </p:nvSpPr>
        <p:spPr>
          <a:xfrm>
            <a:off x="521208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Freemium model with $9.99/mo or $79.99/yr tiers. High-value features behind the gate.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4572000" y="1371600"/>
            <a:ext cx="0" cy="338328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This Market Is Exploding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$13.5B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Mental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 Market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(2025)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Growing 15%+ CAGR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47472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002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$5.1B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347472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Meditation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Wellness Apps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(2025)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4747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Headspace, Calm, etc.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080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60020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0080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7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$1.2T</a:t>
            </a:r>
            <a:endParaRPr lang="en-US" sz="3600" dirty="0"/>
          </a:p>
        </p:txBody>
      </p:sp>
      <p:sp>
        <p:nvSpPr>
          <p:cNvPr id="18" name="Text 13"/>
          <p:cNvSpPr/>
          <p:nvPr/>
        </p:nvSpPr>
        <p:spPr>
          <a:xfrm>
            <a:off x="640080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Wellness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Economy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0080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Mental wellness fastest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01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NOW?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Post-pandemic mental health awareness at all-time high  |  AI technology finally capable of real coaching  |  Gen Z spending 2x more on mental wellness  |  Employer wellness budgets expanding 25% YoY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COMPETITIVE EDGE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Top Performer Wins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3200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28016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Feature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Top Performer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Headspace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BetterHelp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Calm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AI Coaching (Real Conversations)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Gamification (XP, Levels, Streaks)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Limited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Limited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Mood Intelligence + Prediction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Social Community &amp; Accountability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Forum only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Vision Board &amp; Goal Tracking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Personalized Smart Notifications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YES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Generic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Generic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Generic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Price (Monthly)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$9.99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$12.99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$80+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$14.99</a:t>
                      </a:r>
                      <a:endParaRPr lang="en-US" sz="11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Top Performer doesn't compete with meditation apps. It REPLACES your need for a $200/hr performance coach.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REVENUE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Multiple Revenue Streams Built 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554480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Premium Subscription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1508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7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Primary Revenue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31520" y="1874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$9.99/mo or $79.99/yr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Unlimited AI coaching, advanced analytics,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premium challenges, priority support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137160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371600"/>
            <a:ext cx="54864" cy="155448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5087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Referral Engine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589520" y="1508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Viral Growth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120640" y="1874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Built-in viral referral 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100pts referrer + 50pts referred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Leaderboard gamification drives organic growth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310896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3108960"/>
            <a:ext cx="54864" cy="1554480"/>
          </a:xfrm>
          <a:prstGeom prst="rect">
            <a:avLst/>
          </a:prstGeom>
          <a:solidFill>
            <a:srgbClr val="00C85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Enterprise / B2B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20040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Enterprise Upsell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3152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Employer wellness packages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performance dashboards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Bulk licensing for organizations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846320" y="310896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46320" y="3108960"/>
            <a:ext cx="54864" cy="155448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24612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 Insights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58952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Future Revenue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12064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Anonymized wellness trends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Workplace mental health analytics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Partnership opportunities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BUILT. SHIPPED. LIVE.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This Isn't a Mockup. It's LIVE.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150+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5176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Database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Tables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4088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4088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04088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Engineering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Phases Complete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React.js Progressive Web App (iOS + Android)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044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Express.js + PostgreSQL backend on Render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924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Claude AI (Anthropic) for conversational coaching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7398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Socket.IO real-time messaging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087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Apple Push Notification Service (APNS)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Sentry error monitoring + Mixpanel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Apple App Store ready (Bundle ID registered)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044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RevenueCat subscription management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33924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Redis caching for performance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7398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End-to-end encryption for messages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4087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Automated email campaigns (SendGrid)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4434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Feature flags for staged rollouts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now: mj-superstars-app.onrender.com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D4A0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BRAND STRATEGY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Brand Identity + Logo Concepts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Option 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05840" y="1737360"/>
            <a:ext cx="1463040" cy="594360"/>
          </a:xfrm>
          <a:prstGeom prst="roundRect">
            <a:avLst>
              <a:gd name="adj" fmla="val 15385"/>
            </a:avLst>
          </a:prstGeom>
          <a:solidFill>
            <a:srgbClr val="FFD70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7373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300" kern="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TP 1%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Classic badge mark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Compact. Iconic. Merch-ready.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Option 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7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1%</a:t>
            </a:r>
            <a:endParaRPr lang="en-US" sz="3600" dirty="0"/>
          </a:p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TOP PERFORMER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Stacked wordmark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Bold hierarchy. Premium feel.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Option 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1691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D7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Minimalist icon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 icon. Wearable. Statement.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28800" y="333756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A1A2E"/>
          </a:solidFill>
          <a:ln/>
          <a:effectLst>
            <a:outerShdw sx="100000" sy="100000" kx="0" ky="0" algn="bl" rotWithShape="0" blurRad="38100" dist="127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828800" y="3337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(Artificial Intelligence)  +  </a:t>
            </a:r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EI</a:t>
            </a:r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(Emotional Intelligence)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4114800" cy="13258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77640"/>
            <a:ext cx="54864" cy="132588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1480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9728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Name Power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85800" y="4434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"Top Performer" is aspirational, universal, and SEO-friendly. It speaks to athletes, executives, students, and anyone who refuses to settle. The name IS the promise.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846320" y="3977640"/>
            <a:ext cx="4114800" cy="13258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846320" y="3977640"/>
            <a:ext cx="54864" cy="1325880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114800"/>
            <a:ext cx="320040" cy="32004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48640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Market Position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5074920" y="4434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Not a "mental health app" (stigma kills downloads). It's a PERFORMANCE tool. The 1% advantage that separates winners from everyone else. Think Nike for the mind.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GO-TO-MARKET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Marketing Strategies That Print Money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0515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"Are You In The 1%?" 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Social media quiz funnel. Users take a 60-second "mental performance" assessment. Results show their score and invite them to join the TP 1%. Viral shareability built in.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371600"/>
            <a:ext cx="54864" cy="10515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Influencer Athlete Partnerships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Partner with fitness influencers, MMA fighters, entrepreneurs. "This is my secret weapon." Authenticity sells. Target micro-influencers (10K-100K) for better ROI.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06040"/>
            <a:ext cx="54864" cy="1051560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79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Corporate Wellness Packages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Pitch to HR departments: "Reduce burnout, increase productivity." Offer team dashboards and bulk pricing. $5/user/mo at scale = massive B2B revenue.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260604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606040"/>
            <a:ext cx="54864" cy="10515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2679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TikTok/Reels Content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Daily 30-second "mental performance tips" from the app. Quick wins, motivation, transformation stories. Hook: "What the top 1% do every morning that you don't."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0480"/>
            <a:ext cx="54864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Referral Competitions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206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referral leaderboard with prizes. Top referrers get free lifetime access, merch, or cash rewards. Creates army of brand ambassadors.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46320" y="384048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840480"/>
            <a:ext cx="54864" cy="10515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Launch Day Scarcity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4206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"First 1,000 users get Founding Member status + lifetime 50% discount." Create urgency. Limited badges. Exclusive community access. FOMO drives downloads.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LAUNCH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From Here to Market Domination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731520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08760"/>
            <a:ext cx="274320" cy="274320"/>
          </a:xfrm>
          <a:prstGeom prst="ellipse">
            <a:avLst/>
          </a:prstGeom>
          <a:solidFill>
            <a:srgbClr val="00C853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3172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 Store Submission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Apple Developer setup, TestFlight beta,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 Store metadata, screenshots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51760" y="1508760"/>
            <a:ext cx="274320" cy="27432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3" name="Text 10"/>
          <p:cNvSpPr/>
          <p:nvPr/>
        </p:nvSpPr>
        <p:spPr>
          <a:xfrm>
            <a:off x="210312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WEEK 2-4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10312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233172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9456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Beta Launch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19456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100 beta testers, gather feedback,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fix bugs, optimize onboarding flow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89120" y="1508760"/>
            <a:ext cx="274320" cy="274320"/>
          </a:xfrm>
          <a:prstGeom prst="ellipse">
            <a:avLst/>
          </a:prstGeom>
          <a:solidFill>
            <a:srgbClr val="FFD700"/>
          </a:solidFill>
          <a:ln/>
        </p:spPr>
      </p:sp>
      <p:sp>
        <p:nvSpPr>
          <p:cNvPr id="19" name="Text 15"/>
          <p:cNvSpPr/>
          <p:nvPr/>
        </p:nvSpPr>
        <p:spPr>
          <a:xfrm>
            <a:off x="384048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7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 2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84048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3317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93192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 Launch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93192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 Store live, social media blitz,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influencer partnerships, PR campaign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126480" y="1508760"/>
            <a:ext cx="274320" cy="27432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5" name="Text 20"/>
          <p:cNvSpPr/>
          <p:nvPr/>
        </p:nvSpPr>
        <p:spPr>
          <a:xfrm>
            <a:off x="557784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45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 3-6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57784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33172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66928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Scale &amp; Optimize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6928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ASO optimization, A/B pricing tests,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Apple Watch, HealthKit integration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863840" y="15087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 6+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31520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2331720"/>
            <a:ext cx="411480" cy="41148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40664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Enterprise &amp; Growth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40664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B2B wellness packages, Android version,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 marketplace, international expansion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FINANCIAL PROJECTIONS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Numbers Don't Lie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7160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94360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Year 1 Users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463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D4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50,000+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589520" y="1965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8-12%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ARPU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$8.50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Year 1 ARR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589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9456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$1.8M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Year 2 ARR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8952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$9.6M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9436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LTV:CAC Ratio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8952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5:1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Conservative estimates based on 2% market penetration in target demographic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spc="60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JOIN THE 1%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3200400" y="2743200"/>
            <a:ext cx="2743200" cy="640080"/>
          </a:xfrm>
          <a:prstGeom prst="roundRect">
            <a:avLst>
              <a:gd name="adj" fmla="val 21429"/>
            </a:avLst>
          </a:prstGeom>
          <a:solidFill>
            <a:srgbClr val="FFD700"/>
          </a:solidFill>
          <a:ln/>
        </p:spPr>
      </p:sp>
      <p:sp>
        <p:nvSpPr>
          <p:cNvPr id="6" name="Text 3"/>
          <p:cNvSpPr/>
          <p:nvPr/>
        </p:nvSpPr>
        <p:spPr>
          <a:xfrm>
            <a:off x="3200400" y="2743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TOP PERFORMER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app is built. The market is ready. The only question is: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D4A01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Are you in?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Mike  |  michaelperkins07@gmail.com  |  mj-superstars-app.onrender.com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 Performer - Executive Sales Pitch</dc:title>
  <dc:subject>PptxGenJS Presentation</dc:subject>
  <dc:creator>MJ Superstars / Top Performer</dc:creator>
  <cp:lastModifiedBy>MJ Superstars / Top Performer</cp:lastModifiedBy>
  <cp:revision>1</cp:revision>
  <dcterms:created xsi:type="dcterms:W3CDTF">2026-02-11T02:36:21Z</dcterms:created>
  <dcterms:modified xsi:type="dcterms:W3CDTF">2026-02-11T02:36:21Z</dcterms:modified>
</cp:coreProperties>
</file>