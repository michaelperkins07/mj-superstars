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C5962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200400" y="1280160"/>
            <a:ext cx="2743200" cy="18288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Out the Noise. Dominate Today.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 |  February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world is louder</a:t>
            </a:r>
            <a:pPr indent="0" marL="0">
              <a:buNone/>
            </a:pPr>
            <a:r>
              <a:rPr lang="en-US" sz="3600" b="1" dirty="0">
                <a:solidFill>
                  <a:srgbClr val="888888"/>
                </a:solidFill>
              </a:rPr>
              <a:t> than ever.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21945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945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people feel overwhelmed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daily information noise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011680"/>
            <a:ext cx="2514600" cy="21945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945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$15B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429000" y="2926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wellness market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2028 (and growing)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514600" cy="21945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945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2926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built around elite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performer mindset systems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performers need a system, not more noise.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962F"/>
                </a:solidFill>
              </a:rPr>
              <a:t>Top Performer Coach</a:t>
            </a:r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 is the mental performance app that teaches you to think like the greatest.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965960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331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mental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framework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194560"/>
            <a:ext cx="1965960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2331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6040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 stories from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Brady, LeBron, Messi...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1965960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331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Coaching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training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every morning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2194560"/>
            <a:ext cx="1965960" cy="228600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2331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29260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Streaks, leaderboards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achievements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the iOS App Store  •  App ID: 6759122798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 PILLARS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system for mental dominance.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FOCUS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5146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55448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554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DISCIPLINE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146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55448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54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RESILIENCE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25146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0604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CONFIDENCE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2606040"/>
            <a:ext cx="25146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60604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VISION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25146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60604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PREPARATION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25146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ADAPTABILITY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29000" y="3657600"/>
            <a:ext cx="25146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65760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LEADERSHIP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251460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65760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LEGACY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ROSTER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 legendary performers. Their mindsets. Your playbook.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Brady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04288" y="150876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4288" y="150876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Goggins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68496" y="150876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68496" y="150876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Jocko Willink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32704" y="150876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32704" y="150876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LeBron James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96912" y="150876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96912" y="150876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Lionel Messi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Shohei Ohtani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04288" y="260604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260604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Tyson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68496" y="260604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8496" y="260604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Beyoncé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32704" y="260604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2704" y="260604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Barack Obama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96912" y="260604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260604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Taylor Swift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7033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Selena Gomez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04288" y="370332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04288" y="37033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 Kardashian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68496" y="3703320"/>
            <a:ext cx="1481328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68496" y="37033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Kendrick Perkins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performer has a dedicated website driving targeted traffic to the app.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ENGINE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962F"/>
                </a:solidFill>
              </a:rPr>
              <a:t>14 websites</a:t>
            </a:r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 → 1 app. A purpose-built acquisition machine.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93192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Landing Pages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targeting a specific performer’s fanbase with personalized messaging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828800"/>
            <a:ext cx="393192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82880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874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Drip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daily sequences via Supabase pg_cron + Resend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93192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3464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Blast Ready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Twilio-powered personalized SMS to opt-in waitlist subscribers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3192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83464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880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 analysis with auto variant recommendations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93192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84048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+ Pixels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Pixel + Google Ads conversion tracking on every page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840480"/>
            <a:ext cx="3931920" cy="82296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840480"/>
            <a:ext cx="54864" cy="822960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+ IndexNow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Sitemaps, OG images, blog content, search engine submissions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STATUS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21945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on Cloudflare Pages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65960" cy="21945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606040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ID 6759122798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1965960" cy="21945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SMS, A/B Testing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65960" cy="219456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2344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903720" y="19202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03720" y="2560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Drip, cron, 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App live on App Store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All 14 sites deployed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Email drip automated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A/B testing active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Security hardened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4069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OG images validated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3200400"/>
          </a:xfrm>
          <a:prstGeom prst="rect">
            <a:avLst/>
          </a:prstGeom>
          <a:solidFill>
            <a:srgbClr val="0D0D0D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691640"/>
            <a:ext cx="2286000" cy="1371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coaching content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9 pillars unlocked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Performer story previews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leaderboard access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features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3200400"/>
          </a:xfrm>
          <a:prstGeom prst="rect">
            <a:avLst/>
          </a:prstGeom>
          <a:solidFill>
            <a:srgbClr val="0D0D0D"/>
          </a:solidFill>
          <a:ln w="25400">
            <a:solidFill>
              <a:srgbClr val="C596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$9.99/mo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1783080"/>
            <a:ext cx="2286000" cy="13716"/>
          </a:xfrm>
          <a:prstGeom prst="rect">
            <a:avLst/>
          </a:prstGeom>
          <a:solidFill>
            <a:srgbClr val="A67C1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Free, plus: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 pillars unlocked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performer story library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coaching plans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performance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Target: $15K-30K MRR  |  50K+ Downloads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ROADMAP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863840" cy="18288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234440"/>
            <a:ext cx="365760" cy="365760"/>
          </a:xfrm>
          <a:prstGeom prst="ellipse">
            <a:avLst/>
          </a:prstGeom>
          <a:solidFill>
            <a:srgbClr val="C5962F"/>
          </a:solidFill>
          <a:ln w="12700">
            <a:solidFill>
              <a:srgbClr val="C596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Pre-Launch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874520" cy="182880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6032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DNS + Twilio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assets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campaigns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234440"/>
            <a:ext cx="365760" cy="3657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C596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737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2011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2468880"/>
            <a:ext cx="1874520" cy="182880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256032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to download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SMS blast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acquisition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1234440"/>
            <a:ext cx="365760" cy="3657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C596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737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1874520" cy="182880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56032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A/B tests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$100/day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outreach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0" y="1234440"/>
            <a:ext cx="365760" cy="36576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C596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737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3-6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2011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12280" y="2468880"/>
            <a:ext cx="1874520" cy="182880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56032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performers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tier launch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9144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C5962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10000" dirty="0"/>
          </a:p>
        </p:txBody>
      </p:sp>
      <p:sp>
        <p:nvSpPr>
          <p:cNvPr id="3" name="Shape 1"/>
          <p:cNvSpPr/>
          <p:nvPr/>
        </p:nvSpPr>
        <p:spPr>
          <a:xfrm>
            <a:off x="3200400" y="1463040"/>
            <a:ext cx="2743200" cy="18288"/>
          </a:xfrm>
          <a:prstGeom prst="rect">
            <a:avLst/>
          </a:prstGeom>
          <a:solidFill>
            <a:srgbClr val="C5962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Is Built.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88888"/>
                </a:solidFill>
              </a:rPr>
              <a:t>It’s Time to </a:t>
            </a:r>
            <a:pPr algn="ctr" indent="0" marL="0">
              <a:buNone/>
            </a:pPr>
            <a:r>
              <a:rPr lang="en-US" sz="3600" b="1" dirty="0">
                <a:solidFill>
                  <a:srgbClr val="C5962F"/>
                </a:solidFill>
              </a:rPr>
              <a:t>Turn It On.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topperformer.ai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 |  14 Live Websites  |  Fully Automated Marketing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mike@topperformer.ai  |  topperformer.ai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Performer Coach — Pitch Deck</dc:title>
  <dc:subject>PptxGenJS Presentation</dc:subject>
  <dc:creator>Top Performer</dc:creator>
  <cp:lastModifiedBy>Top Performer</cp:lastModifiedBy>
  <cp:revision>1</cp:revision>
  <dcterms:created xsi:type="dcterms:W3CDTF">2026-02-14T14:57:48Z</dcterms:created>
  <dcterms:modified xsi:type="dcterms:W3CDTF">2026-02-14T14:57:48Z</dcterms:modified>
</cp:coreProperties>
</file>